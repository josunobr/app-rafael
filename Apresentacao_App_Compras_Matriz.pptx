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280160"/>
            <a:ext cx="438912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✦  ECOSSISTEMA ALS 10 &amp; CONECTA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APP &amp; SISTEMA DE COMPRAS E RATEIO</a:t>
            </a:r>
            <a:br/>
            <a:r>
              <a:t>DA PLANILHA MATRIZ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Sua planilha atual transformada em um aplicativo simples, ágil e com visual idêntico ao App Érica, resolvendo os problemas do Excel.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97680"/>
            <a:ext cx="25603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1. Pedido de Compra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Mesmos campos da aba "ALS 10 BAZAR", com cálculo de caixas e PDF direto no WhatsApp.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4297680"/>
            <a:ext cx="25603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2. Limite de Preço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Mesmas fórmulas de ICMS, Créditos e Despesas do PDV, calculadas na hora sem risco de erro.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297680"/>
            <a:ext cx="25603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3. Rateio das 20 Lojas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Mesmos grupos A, B e C, mas arredondando peças automaticamente sem decimais quebrados.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4297680"/>
            <a:ext cx="25603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4. Simples &amp; Econômico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Sem servidores caros ou mensalidades pesadas: focado exatamente no que você precisa hoje.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FOCO NA PRATICIDADE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Mantendo Tudo o que Funciona e Eliminando as 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Mantemos 100% da sua regra de negócio atual, corrigindo apenas o que atrasa o dia a dia.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059669"/>
                </a:solidFill>
              </a:defRPr>
            </a:pPr>
            <a:r>
              <a:t>❌ Fim dos Números Decimais no Rateio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Na planilha atual, a fórmula gera frações (ex: 7,3 peças por loja). No novo app, o cálculo distribui o lote exato em números inteiros sem sobras.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059669"/>
                </a:solidFill>
              </a:defRPr>
            </a:pPr>
            <a:r>
              <a:t>❌ Fim das Fórmulas que Apagam ou Quebram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Inserir uma nova linha de produto não vai mais desconfigurar os totais. As fórmulas ficam protegidas e automáticas no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059669"/>
                </a:solidFill>
              </a:defRPr>
            </a:pPr>
            <a:r>
              <a:t>❌ Fim da Redigitação Repetitiva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Os nomes dos produtos, referências e fornecedores ficam salvos na memória. Ao começar a digitar, o sistema já preenche sozinho.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059669"/>
                </a:solidFill>
              </a:defRPr>
            </a:pPr>
            <a:r>
              <a:t>❌ Envio em PDF com 1 Clique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Chega de desalinhar na impressão ou tirar print da tela. O app gera o pedido formatado e pronto para mandar ao fornecedor no WhatsApp.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EXPERIÊNCIA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Visual do Aplicativo Mobile (Padrão App Érica)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Design moderno com verde esmeralda, cards intuitivos e operação ultrarrápida no celular.</a:t>
            </a:r>
          </a:p>
        </p:txBody>
      </p:sp>
      <p:pic>
        <p:nvPicPr>
          <p:cNvPr id="5" name="Picture 4" descr="app_compras_mobile_ui_17872338568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560320" cy="4587240"/>
          </a:xfrm>
          <a:prstGeom prst="rect">
            <a:avLst/>
          </a:prstGeom>
        </p:spPr>
      </p:pic>
      <p:pic>
        <p:nvPicPr>
          <p:cNvPr id="6" name="Picture 5" descr="app_separacao_mobile_ui_178723387119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691640"/>
            <a:ext cx="2560320" cy="4587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69164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✦ Funcionalidades na Tela do Celular: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Pedido de Compra Ágil: Lançamento de fornecedor, caixas e unidades em segundos.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Simulador Fiscal em Tempo Real: Mostra na hora o custo real e se a margem PDV está aprovada (em verde).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Romaneio de Separação das 20 Lojas: Grade visual dividida nos Grupos A, B e C com quantidades exatas sem decimais.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Zero Travamentos: Funciona rápido mesmo com sinal oscilante no depósito.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VISÃO NO ESCRITÓRIO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Visual do Sistema no Computador (Web / Desktop)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Tela ampla e limpa para emissão rápida de compras e conferência de limites fiscais.</a:t>
            </a:r>
          </a:p>
        </p:txBody>
      </p:sp>
      <p:pic>
        <p:nvPicPr>
          <p:cNvPr id="5" name="Picture 4" descr="sistema_web_desktop_ui_1787233888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132320" cy="39808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69164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Praticidade no PC: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Tabela de itens idêntica à planilha, com preenchimento em lote.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Auditoria fiscal integrada na barra lateral (ICMS 11%, Crédito 19.5%).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Cálculo de margem e preço teto atualizado a cada item digitado.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Exportação de espelho de pedido em PDF oficial para o fornecedor.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BENEFÍCIOS REAIS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Quadro Comparativo: Planilha Matriz vs. Novo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 mesma lógica que você já domina, com muito mais segurança e rapidez.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69080"/>
                <a:gridCol w="4069080"/>
              </a:tblGrid>
              <a:tr h="746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Etapa do Processo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Como é na Planilha Hoje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Como fica no Novo App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Emissão do Pedido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Digita tudo do zero toda vez no Excel.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Preenche rápido e memoriza produtos e fornecedores.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Multiplicador de Caixas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Risco de errar ou apagar a fórmula F×G.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Cálculo travado e 100% automático.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Limite de Preço / Impostos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Aba separada com links que podem sumir.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Auditoria instantânea de margem no mesmo painel.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Rateio das 20 Lojas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Dá frações (7,3 peças) e exige ajuste manual.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Rateia na hora em números inteiros sem sobras.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Envio ao Fornecedor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Desformata na impressão ou envio.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Gera PDF oficial pronto para WhatsApp com 1 clique.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CRONOGRAMA ENXUTO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Entrega Rápida e Implantação Sem Burocracia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Desenvolvimento ágil com entrega total entre 15 e 20 dias corridos.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SEMANA 1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Construção da Base &amp; Visual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Configuração das regras da planilha matriz, parametrização dos impostos e aplicação do design App Érica.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2024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SEMANA 2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Pedidos &amp; Rateio 20 Lojas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Módulo de lançamento de pedidos, cálculo de caixas, limite de preço e motor de rateio sem decimais.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92024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SEMANA 3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Testes, PDF &amp; Entrega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Geração de PDF para WhatsApp, validação com 1 pedido real junto com o Rafael e ativação.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PROPOSTA ECONÔMICA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Investimento Acessível &amp; Direto ao Ponto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Projeto sob medida com excelente custo-benefício para substituir a planilha de vez.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Opção 1: À Vista (com Desconto Especial)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2800" b="1">
                <a:solidFill>
                  <a:srgbClr val="10B981"/>
                </a:solidFill>
              </a:defRPr>
            </a:pPr>
            <a:r>
              <a:t>R$ 1.900,00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50% de entrada no início do projeto (R$ 950)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50% na entrega e aprovação final (R$ 950)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Maior economia e prioridade total na fila de entrega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Garantia e suporte assistido na primeira emissão de pedido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25780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Opção 2: Parcelado em 3x Sem Juros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2800" b="1">
                <a:solidFill>
                  <a:srgbClr val="F59E0B"/>
                </a:solidFill>
              </a:defRPr>
            </a:pPr>
            <a:r>
              <a:t>3x de R$ 750,00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Entrada de R$ 750,00 no início do projeto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2ª Parcela de R$ 750,00 em 30 dias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3ª Parcela de R$ 750,00 em 60 dias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Total parcelado: R$ 2.250,00 com investimento diluído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