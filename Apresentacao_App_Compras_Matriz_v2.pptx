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280160"/>
            <a:ext cx="4389120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✦  ECOSSISTEMA ALS 10 &amp; CONECTA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SISTEMA INTELIGENTE DE COMPRAS,</a:t>
            </a:r>
            <a:br/>
            <a:r>
              <a:t>LIMITE DE PREÇO &amp; SEPARAÇÃO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A evolução da Planilha Matriz para uma plataforma Web e App com alta produtividade, inteligência fiscal e precisão no rateio.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297680"/>
            <a:ext cx="256032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1. Compras &amp; Pedidos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Emissão rápida com fornecedores, condições comerciais e controle de embalagens.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4297680"/>
            <a:ext cx="256032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2. Limite de Preço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Cálculo de custo efetivo real (ICMS, Créditos e Despesas Fixas do PDV).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4297680"/>
            <a:ext cx="256032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3. Rateio Automático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Distribuição matemática ponderada para as 20 lojas sem sobras ou decimais.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4297680"/>
            <a:ext cx="256032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4. App de Separação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Romaneio digital para o depósito, operando com ou sem internet e visual do App Érica.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O DESAFIO ATUAL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Diagnóstico da Operação Atual (Planilha MATRIZ.xlsx)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Identificação dos gargalos operacionais no modelo de gestão baseado em planilhas.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⚠️ Fórmulas e Links Quebradiços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A planilha possui interligações manuais entre abas. Inserir novas linhas de produtos frequentemente corrompe fórmulas de totalização e rateio.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3736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🔢 Rateio com Decimais &amp; Ajuste Manual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A fórmula matemática divide peças em números quebrados (ex: 7,3 peças por loja), forçando o comprador a recalcular e arredondar loja a loja na mão.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📋 Retrabalho de Digitação Contínuo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Sem cadastro unificado de itens ou fornecedores, é necessário redigitar referências, descrições e dados fiscais a cada novo pedido emitido.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📄 Papel &amp; Falta de Mobilidade no CD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A separação das mercadorias depende de impressão em papel ou de levar notebook para o galpão, gerando riscos de erros no despacho.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ARQUITETURA DA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 Nova Plataforma: Portal Web do Gestor + App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Ambiente único, unificado e seguro conectando o escritório de compras ao depósito e às lojas.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🖥️ Portal Web &amp; App do Comprador</a:t>
            </a:r>
          </a:p>
          <a:p>
            <a:pPr>
              <a:spcBef>
                <a:spcPts val="200"/>
              </a:spcBef>
              <a:spcAft>
                <a:spcPts val="1200"/>
              </a:spcAft>
              <a:defRPr sz="1100">
                <a:solidFill>
                  <a:srgbClr val="059669"/>
                </a:solidFill>
              </a:defRPr>
            </a:pPr>
            <a:r>
              <a:t>Módulo Gestão (Computador e Celular do Rafael)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✓  Lançamento de pedidos no PC ou direto no Celular em viagens/feiras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✓  Simulador de Limite de Preço e Custo Real na palma da mão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✓  Consulta de histórico de preços e catálogo com autocomplete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✓  Motor de Rateio Inteligente com trava automática de sobras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✓  Envio do Pedido em PDF por WhatsApp com 1 toque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373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📱 App Mobile de Separação (CD)</a:t>
            </a:r>
          </a:p>
          <a:p>
            <a:pPr>
              <a:spcBef>
                <a:spcPts val="200"/>
              </a:spcBef>
              <a:spcAft>
                <a:spcPts val="1200"/>
              </a:spcAft>
              <a:defRPr sz="1100">
                <a:solidFill>
                  <a:srgbClr val="059669"/>
                </a:solidFill>
              </a:defRPr>
            </a:pPr>
            <a:r>
              <a:t>Módulo Operacional (Depósito &amp; Lojas)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✓  Identidade visual idêntica ao App Érica (Emerald Green)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✓  Romaneio digital por filial diretamente na tela do celular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✓  Checklist interativo de conferência e separação de caixas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✓  Separação estruturada por grupo de lojas (Clusters A, B e C)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✓  Funciona 100% sem internet no estoque (zero travamentos)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PEDIDOS &amp; FORNECEDORES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Módulo 1: Emissão e Gestão de Pedidos de Compras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Substitui com agilidade a aba ALS 10 BAZAR, centralizando histórico e negociações.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50" b="1">
                <a:solidFill>
                  <a:srgbClr val="059669"/>
                </a:solidFill>
              </a:defRPr>
            </a:pPr>
            <a:r>
              <a:t>📝 Cabeçalho Comercial Completo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Registro de Nº de Pedido, Fornecedor, Vendedor, Prazos de Entrega, Condições de Pagamento e Observações de Descarga.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3736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50" b="1">
                <a:solidFill>
                  <a:srgbClr val="059669"/>
                </a:solidFill>
              </a:defRPr>
            </a:pPr>
            <a:r>
              <a:t>🏷️ Gestão de Acréscimos &amp; Descontos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Campos dedicados para % OFF, Frete, Substituição Tributária (ST), IPI e Diferencial de Alíquota (DIFAL).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50" b="1">
                <a:solidFill>
                  <a:srgbClr val="059669"/>
                </a:solidFill>
              </a:defRPr>
            </a:pPr>
            <a:r>
              <a:t>📦 Multiplicador de Embalagem Automático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Cálculo instantâneo de Qtd por Pacote (PEC) × Qtd de Pacotes = Quantidade Total de Unidades, eliminando erros de digitação.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50" b="1">
                <a:solidFill>
                  <a:srgbClr val="059669"/>
                </a:solidFill>
              </a:defRPr>
            </a:pPr>
            <a:r>
              <a:t>📄 Exportação Oficial em PDF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Geração de espelho de pedido com layout corporativo pronto para envio por WhatsApp ou e-mail ao representante.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ENGENHARIA TRIBUTÁRIA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Módulo 2: Simulador de Limite de Preço &amp; Custo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Automatiza a lógica da aba LIMITE DE PRECO, calculando margem e viabilidade em tempo real.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132588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FÓRMULA AUTOMÁTICA DE CUSTO REAL EFETIVO:</a:t>
            </a:r>
          </a:p>
          <a:p>
            <a:pPr>
              <a:spcBef>
                <a:spcPts val="400"/>
              </a:spcBef>
              <a:defRPr sz="1350" b="1">
                <a:solidFill>
                  <a:srgbClr val="0F172A"/>
                </a:solidFill>
              </a:defRPr>
            </a:pPr>
            <a:r>
              <a:t>Custo Total Produto = Valor Compra + (PDV × % Despesas Fixas/Impostos) - (Valor Compra × % Crédito ICMS)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3474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🛡️ Parametrização Tributária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Configuração de ICMS (11%), PIS/COFINS (3%), Custos Fixos (26%) e Crédito de Entrada (19,5%) sem risco de fórmulas desconfiguradas.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291840"/>
            <a:ext cx="3474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🎯 Validador de Margem PDV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Alerta visual instantâneo: Verde (Margem Saudável), Amarelo (Margem Apertada) e Vermelho (Preço de compra inviabiliza a venda no teto do PDV).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3291840"/>
            <a:ext cx="3474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📊 Apoio à Negociação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O comprador sabe exatamente até quanto pode pagar no fornecedor para manter a lucratividade padrão da rede.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RATEIO AUTOMÁTICO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Módulo 3: Motor de Rateio Inteligente para 20 Lojas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Substitui a CALCULADORA, distribuindo produtos pelos pesos ponderados sem sobras fracionadas.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GRUPO A (8 LOJAS)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000" b="1">
                <a:solidFill>
                  <a:srgbClr val="64748B"/>
                </a:solidFill>
              </a:defRPr>
            </a:pPr>
            <a:r>
              <a:t>Peso: 2.5 | 20 Pontos Ponderados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Ponta Grossa Centro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Reserva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Tibagi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Nova Rússia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Javert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Ivaí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Irati Centro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Campo Largo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73736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GRUPO B (8 LOJAS)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000" b="1">
                <a:solidFill>
                  <a:srgbClr val="64748B"/>
                </a:solidFill>
              </a:defRPr>
            </a:pPr>
            <a:r>
              <a:t>Peso: 1.75 | 14 Pontos Ponderados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Castro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Imbituva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Santa Paula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Prudentópolis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Guarapuava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Imbaú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Rio Azul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Rebouças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73736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GRUPO C (4 LOJAS)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000" b="1">
                <a:solidFill>
                  <a:srgbClr val="64748B"/>
                </a:solidFill>
              </a:defRPr>
            </a:pPr>
            <a:r>
              <a:t>Peso: 1.25 | 5 Pontos Ponderados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Depósito Central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Teixeira Soares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Mallet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Ipiranga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APP NO CELULAR (GESTÃO &amp; CD)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Módulo 4: App Mobile Completo (Compras &amp; Separação)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Mesmas funções do Portal Web na palma da mão + Romaneio do CD com design do App Érica.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50" b="1">
                <a:solidFill>
                  <a:srgbClr val="059669"/>
                </a:solidFill>
              </a:defRPr>
            </a:pPr>
            <a:r>
              <a:t>💼 Compras no Celular (Em Viagens/Feiras)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O comprador pode lançar pedidos, simular limite de preço e aprovar rateios direto do celular na mesa do fornecedor.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3736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50" b="1">
                <a:solidFill>
                  <a:srgbClr val="059669"/>
                </a:solidFill>
              </a:defRPr>
            </a:pPr>
            <a:r>
              <a:t>📄 Envio Imediato de Pedidos por WhatsApp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Geração de PDF do pedido direto pelo celular para enviar ao representante comercial no mesmo instante.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50" b="1">
                <a:solidFill>
                  <a:srgbClr val="059669"/>
                </a:solidFill>
              </a:defRPr>
            </a:pPr>
            <a:r>
              <a:t>📱 Romaneio Digital por Loja no Depósito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A equipe de estoque visualiza a grade exata de separação para cada filial sem precisar de papéis ou pranchetas.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50" b="1">
                <a:solidFill>
                  <a:srgbClr val="059669"/>
                </a:solidFill>
              </a:defRPr>
            </a:pPr>
            <a:r>
              <a:t>📶 Opera Sem Internet (Zero Travamentos)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Em depósitos o sinal de Wi-Fi costuma oscilar. O app grava tudo no celular na hora (sem tela de carregamento) e sincroniza sozinho quando tiver conexão.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BENEFÍCIOS REAIS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Quadro Comparativo: Planilha Matriz vs. Novo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Resumo das melhorias operacionais, ganhos de tempo e eliminação de riscos.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069080"/>
                <a:gridCol w="4069080"/>
              </a:tblGrid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Funcionalidade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Planilha Atual (MATRIZ.xlsx)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Novo Sistema Web &amp; App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Cálculo de Rateio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Gera frações decimais; arredondamento manual.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Rateio inteligente com compensação automática.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Segurança de Fórmulas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Alto risco de apagar linhas ou quebrar vínculos.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Regras 100% blindadas e seguras no servidor.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Cadastro de Produtos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Redigitação manual de código e descrição.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Catálogo centralizado com autocomplete e histórico.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Separação no Estoque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Impressão em folhas de papel ou uso de notebook.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App Mobile dedicado na mão do separador.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Análise de Margem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Cálculo isolado que exige conferência manual.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Auditoria instantânea de preço e teto de compra.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Visual &amp; Experiência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Tabelas cinzas padrão Excel.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Padrão visual App Érica (Emerald Green / Dark).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ENTREGA EM 5 SEMANAS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Planejamento e Cronograma de Desenvolvimento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Metodologia ágil com entregas incrementais e validações práticas semanais.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057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SEMANA 1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Arquitetura &amp; Design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Estruturação do banco de dados, regras fiscais e aplicação do Design System do App Érica.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1920240"/>
            <a:ext cx="2057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SEMANA 2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Compras &amp; Pedidos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Módulo Web de emissão de pedidos, cadastro de fornecedores e geração de PDFs oficiais.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920240"/>
            <a:ext cx="2057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SEMANA 3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Fiscal &amp; Rateio 20 Lojas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Implementação do simulador de Limite de Preço e algoritmo de rateio inteligente dos clusters A, B e 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1920240"/>
            <a:ext cx="2057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SEMANA 4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App Mobile de Separação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Desenvolvimento do aplicativo Android para conferência e expedição no CD.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1920240"/>
            <a:ext cx="2057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SEMANA 5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Homologação &amp; Go-Live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Testes com pedidos reais, treinamento da equipe e ativação oficial em produção.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PROPOSTA COMERCIAL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Investimento &amp; Condições Comerciais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Escopo completo incluindo Portal Web, App Mobile, Implantação e Garantia.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Opção 1: À Vista (com 10% Desconto)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2800" b="1">
                <a:solidFill>
                  <a:srgbClr val="10B981"/>
                </a:solidFill>
              </a:defRPr>
            </a:pPr>
            <a:r>
              <a:t>R$ 6.800,00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50% de entrada no início do projeto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50% na entrega e homologação final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Economia direta de R$ 700,00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Prioridade máxima no cronograma de desenvolvimento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37360"/>
            <a:ext cx="525780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Opção 2: Parcelado em 3x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2800" b="1">
                <a:solidFill>
                  <a:srgbClr val="F59E0B"/>
                </a:solidFill>
              </a:defRPr>
            </a:pPr>
            <a:r>
              <a:t>R$ 7.500,00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Entrada de R$ 2.500,00 no início do projeto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2ª Parcela de R$ 2.500,00 em 30 dias (entrega módulos Web)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3ª Parcela de R$ 2.500,00 em 60 dias (pós Go-Live e App)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Investimento diluído por marcos de entrega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